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578067-AC0C-4868-984D-7B0190550927}">
  <a:tblStyle styleId="{8D578067-AC0C-4868-984D-7B01905509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cfb74a9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cfb74a9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c9d6c43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c9d6c43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c9d6c43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c9d6c43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c9d6c43d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c9d6c43d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246825" y="775800"/>
            <a:ext cx="8620800" cy="40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2436775" y="176050"/>
            <a:ext cx="299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rgbClr val="0000FF"/>
                </a:solidFill>
              </a:rPr>
              <a:t>Data Entry Setup</a:t>
            </a:r>
            <a:endParaRPr sz="2220">
              <a:solidFill>
                <a:srgbClr val="0000FF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025163" y="2103013"/>
            <a:ext cx="1147500" cy="15339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FLASK</a:t>
            </a:r>
            <a:endParaRPr b="1" sz="1900"/>
          </a:p>
        </p:txBody>
      </p:sp>
      <p:cxnSp>
        <p:nvCxnSpPr>
          <p:cNvPr id="57" name="Google Shape;57;p13"/>
          <p:cNvCxnSpPr>
            <a:stCxn id="56" idx="3"/>
          </p:cNvCxnSpPr>
          <p:nvPr/>
        </p:nvCxnSpPr>
        <p:spPr>
          <a:xfrm>
            <a:off x="5172663" y="286996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>
            <a:endCxn id="59" idx="1"/>
          </p:cNvCxnSpPr>
          <p:nvPr/>
        </p:nvCxnSpPr>
        <p:spPr>
          <a:xfrm flipH="1" rot="10800000">
            <a:off x="5172800" y="2869963"/>
            <a:ext cx="1677300" cy="1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0" name="Google Shape;60;p13"/>
          <p:cNvSpPr txBox="1"/>
          <p:nvPr/>
        </p:nvSpPr>
        <p:spPr>
          <a:xfrm>
            <a:off x="561450" y="3817913"/>
            <a:ext cx="144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HTML </a:t>
            </a:r>
            <a:r>
              <a:rPr b="1" lang="en" sz="1600">
                <a:solidFill>
                  <a:schemeClr val="dk2"/>
                </a:solidFill>
              </a:rPr>
              <a:t>Client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61450" y="1698100"/>
            <a:ext cx="114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index.html</a:t>
            </a:r>
            <a:endParaRPr b="1" sz="15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025125" y="1692550"/>
            <a:ext cx="1311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app.py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descr="Laptop vector, Electronic device flat style icon (Provided by Getty Images)"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175" y="2186275"/>
            <a:ext cx="1311601" cy="13116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3035525" y="2119150"/>
            <a:ext cx="877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Port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5050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5" name="Google Shape;65;p13"/>
          <p:cNvCxnSpPr>
            <a:endCxn id="56" idx="1"/>
          </p:cNvCxnSpPr>
          <p:nvPr/>
        </p:nvCxnSpPr>
        <p:spPr>
          <a:xfrm>
            <a:off x="1616163" y="2838763"/>
            <a:ext cx="2409000" cy="3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file (Provided by Getty Images)"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0100" y="2374150"/>
            <a:ext cx="991626" cy="9916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5285125" y="2374150"/>
            <a:ext cx="152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155CC"/>
                </a:solidFill>
              </a:rPr>
              <a:t>Write to File</a:t>
            </a:r>
            <a:endParaRPr b="1" sz="18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in a docker container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Pull the image:   docker pull mysql/mysql-server:8.0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docker run -d \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  --name mysql-db-persistent \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  -e MYSQL_ROOT_PASSWORD=my-secret-pw \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  -p 3306:3306 \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  -v mysql-data:/var/lib/mysql \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--restart=unless-stopped \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mysql/mysql-server:8.0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 details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9" name="Google Shape;79;p15"/>
          <p:cNvGraphicFramePr/>
          <p:nvPr/>
        </p:nvGraphicFramePr>
        <p:xfrm>
          <a:off x="543250" y="127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{8D578067-AC0C-4868-984D-7B0190550927}</a:tableStyleId>
              </a:tblPr>
              <a:tblGrid>
                <a:gridCol w="873825"/>
                <a:gridCol w="7183675"/>
              </a:tblGrid>
              <a:tr h="135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Option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Purpose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Runs the container in detached (background) mode.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--name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Assigns a name (e.g., mysql-db) to your container for easy reference.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Sets environment variables. The most critical is MYSQL_ROOT_PASSWORD for the root user.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-p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Maps a port on your host machine to the container's internal port. The default MySQL port is 3306. For example, 3306:3306 maps host port 3306 to container port 3306.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mysql/mysql-server:8.0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Specifies the image to use.</a:t>
                      </a:r>
                      <a:endParaRPr sz="1000"/>
                    </a:p>
                  </a:txBody>
                  <a:tcPr marT="19050" marB="19050" marR="91425" marL="91425" anchor="b">
                    <a:lnL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9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9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to container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docker exec -it mysql-db mysql -u root -p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Create Docker Volume: docker volume create mysql-data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Map volume:  -v mysql-data:/var/lib/mysql \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Or: </a:t>
            </a:r>
            <a:r>
              <a:rPr lang="en" sz="1150">
                <a:solidFill>
                  <a:srgbClr val="CCCCCC"/>
                </a:solidFill>
                <a:highlight>
                  <a:srgbClr val="282C34"/>
                </a:highlight>
                <a:latin typeface="Courier New"/>
                <a:ea typeface="Courier New"/>
                <a:cs typeface="Courier New"/>
                <a:sym typeface="Courier New"/>
              </a:rPr>
              <a:t>   - ./data/db:/var/lib/mysql</a:t>
            </a:r>
            <a:endParaRPr sz="1150">
              <a:solidFill>
                <a:srgbClr val="CCCCCC"/>
              </a:solidFill>
              <a:highlight>
                <a:srgbClr val="282C3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